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PrimeGuard: Web-Based Large Prime Number Validation Using the Miller–Rabin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2520030204 – Joshi Rusitha</a:t>
            </a:r>
          </a:p>
          <a:p>
            <a:r>
              <a:rPr lang="en-US" dirty="0">
                <a:solidFill>
                  <a:srgbClr val="0070C0"/>
                </a:solidFill>
              </a:rPr>
              <a:t>2520030415 – V Ashish Reddy</a:t>
            </a:r>
          </a:p>
          <a:p>
            <a:r>
              <a:rPr lang="en-US" dirty="0">
                <a:solidFill>
                  <a:srgbClr val="0070C0"/>
                </a:solidFill>
              </a:rPr>
              <a:t>2520030419 – Shettini Teja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Mrs. J. Yamini Devi,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Assistant Professor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90" name="Content 3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is a web-based service that validates very large prime numbers using the Miller–Rabin probabilistic primality test.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Unlike trial division or deterministic methods, it efficiently handles integers with hundreds of digits that traditional approaches cannot process in reasonable time.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Users submit a number through a simple web interface and instantly receive a Prime / Composite verdict.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Each result is returned with its execution time and confidence level, showcasing how randomized algorithms trade a controllable error margin for massive speed gains.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project demonstrates the practical application of probabilistic algorithm design in a real-time, accessible system.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90" name="Content 4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 numbers underpin modern cryptography, including RSA key generation, Diffie–Hellman exchange, and hashing schemes.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As key sizes grow to hundreds or thousands of bits, testing primality by trial division or exhaustive search becomes computationally infeasible.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Probabilistic tests such as Miller–Rabin verify primality with an error probability that shrinks exponentially with the number of test rounds.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wraps this algorithm in a lightweight web application, letting anyone test arbitrarily large integers without installing specialized software.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system highlights the trade-off between speed and certainty that defines randomized algorithm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90" name="Content 5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Trial Division: checks divisibility up to √n; simple but exponential in time for large numbers, making it impractical beyond small integers.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Fermat Primality Test: fast but unreliable, since Carmichael numbers can pass the test while being composite.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AKS Primality Test: the first deterministic, polynomial-time algorithm, but its constants make it too slow for practical large-scale use.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Miller–Rabin Test: a widely used probabilistic method whose error probability falls to at most 4⁻ᵏ after k independent rounds, giving strong practical guarantees.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Existing libraries such as OpenSSL and GMP implement Miller–Rabin internally but rarely expose an accessible, user-facing web interface for direct experimentation.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90" name="Content 6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Statement: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Develop a web-based service to validate very large prime numbers using randomized algorithms such as the Miller–Rabin Primality Test. The application should efficiently determine whether a given integer is prime or composite with high probability, supporting numbers too large for traditional methods, while displaying execution time and confidence level.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Objectives: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Implement the Miller–Rabin algorithm to test primality for arbitrarily large integers using big-integer arithmetic.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Build a simple, responsive web interface for entering numbers and viewing results.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Report execution time and statistical confidence level for every test performed.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Allow the number of test rounds (k) to be configured to balance speed against accuracy.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 panose="020F0502020204030204" pitchFamily="34" charset="0"/>
              </a:rPr>
              <a:t>Demonstrate the design and analysis of a probabilistic (randomized) algorithm in a practical system.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0" name="FlowBox 100"/>
          <p:cNvSpPr/>
          <p:nvPr/>
        </p:nvSpPr>
        <p:spPr>
          <a:xfrm>
            <a:off x="1796000" y="102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Start: User enters an integer N via the web interface</a:t>
            </a:r>
          </a:p>
        </p:txBody>
      </p:sp>
      <p:sp>
        <p:nvSpPr>
          <p:cNvPr id="101" name="Arrow 101"/>
          <p:cNvSpPr/>
          <p:nvPr/>
        </p:nvSpPr>
        <p:spPr>
          <a:xfrm>
            <a:off x="5996000" y="164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FlowBox 102"/>
          <p:cNvSpPr/>
          <p:nvPr/>
        </p:nvSpPr>
        <p:spPr>
          <a:xfrm>
            <a:off x="1796000" y="1830000"/>
            <a:ext cx="8600000" cy="62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Validate input &amp; handle edge cases (N &lt; 2, N = 2 or 3, even N)</a:t>
            </a:r>
          </a:p>
        </p:txBody>
      </p:sp>
      <p:sp>
        <p:nvSpPr>
          <p:cNvPr id="103" name="Arrow 103"/>
          <p:cNvSpPr/>
          <p:nvPr/>
        </p:nvSpPr>
        <p:spPr>
          <a:xfrm>
            <a:off x="5996000" y="245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FlowBox 104"/>
          <p:cNvSpPr/>
          <p:nvPr/>
        </p:nvSpPr>
        <p:spPr>
          <a:xfrm>
            <a:off x="1796000" y="264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Run Miller–Rabin test for k independent random rounds (witness selection)</a:t>
            </a:r>
          </a:p>
        </p:txBody>
      </p:sp>
      <p:sp>
        <p:nvSpPr>
          <p:cNvPr id="105" name="Arrow 105"/>
          <p:cNvSpPr/>
          <p:nvPr/>
        </p:nvSpPr>
        <p:spPr>
          <a:xfrm>
            <a:off x="5996000" y="326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Box 106"/>
          <p:cNvSpPr/>
          <p:nvPr/>
        </p:nvSpPr>
        <p:spPr>
          <a:xfrm>
            <a:off x="1796000" y="3450000"/>
            <a:ext cx="8600000" cy="62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Any round returns 'composite'?  Yes → Composite | No → Continue</a:t>
            </a:r>
          </a:p>
        </p:txBody>
      </p:sp>
      <p:sp>
        <p:nvSpPr>
          <p:cNvPr id="107" name="Arrow 107"/>
          <p:cNvSpPr/>
          <p:nvPr/>
        </p:nvSpPr>
        <p:spPr>
          <a:xfrm>
            <a:off x="5996000" y="407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FlowBox 108"/>
          <p:cNvSpPr/>
          <p:nvPr/>
        </p:nvSpPr>
        <p:spPr>
          <a:xfrm>
            <a:off x="1796000" y="426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Compute confidence level: probability of error ≤ 4⁻ᵏ</a:t>
            </a:r>
          </a:p>
        </p:txBody>
      </p:sp>
      <p:sp>
        <p:nvSpPr>
          <p:cNvPr id="109" name="Arrow 109"/>
          <p:cNvSpPr/>
          <p:nvPr/>
        </p:nvSpPr>
        <p:spPr>
          <a:xfrm>
            <a:off x="5996000" y="4885000"/>
            <a:ext cx="20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Box 110"/>
          <p:cNvSpPr/>
          <p:nvPr/>
        </p:nvSpPr>
        <p:spPr>
          <a:xfrm>
            <a:off x="1796000" y="5070000"/>
            <a:ext cx="8600000" cy="6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Display result: Prime / Composite, execution time &amp; confidence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0" name="Content 8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correctly classified numbers ranging from small integers to 300+ digit values as prime or composite.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Execution time remained in the millisecond range even for very large inputs, confirming the efficiency of the Miller–Rabin approach over trial division.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observed error rate stayed within the theoretical bound of at most 4⁻ᵏ for k rounds, validating the algorithm's probabilistic guarantee.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web interface clearly displayed the Prime/Composite verdict alongside execution time and confidence level for each query.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Increasing the number of rounds (k) showed a direct, measurable improvement in confidence with only a modest increase in runtime.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0" name="Content 9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Hardware Requirements: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Standard PC or laptop with a dual-core processor or better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Minimum 4 GB RAM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Stable internet connection for accessing the web service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Software Requirements: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Operating System: Windows / Linux / macOS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Runtime: Node.js for server-side big-integer computation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Web Browser: Chrome, Firefox, or Edge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Development Tools: VS Code and a version control system such as Git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 panose="020F0502020204030204" pitchFamily="34" charset="0"/>
              </a:rPr>
              <a:t>Big-integer arithmetic library (e.g., native BigInt)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90" name="Content 10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PrimeGuard shows that randomized algorithms can efficiently validate very large primes where deterministic methods become impractical.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Delivering the Miller–Rabin test as a web-based service makes advanced number-theory tools accessible without requiring specialized local software.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The system successfully balances speed and accuracy by allowing the number of test rounds to be tuned.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Overall, the project demonstrates strong practical understanding of probabilistic algorithm design, big-integer computation, and web application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90" name="Content 11"/>
          <p:cNvSpPr txBox="1"/>
          <p:nvPr/>
        </p:nvSpPr>
        <p:spPr>
          <a:xfrm>
            <a:off x="800100" y="1000125"/>
            <a:ext cx="10591800" cy="5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Add an optional deterministic verification stage (e.g., AKS) for cases requiring absolute certainty.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Extend the service to generate large primes for cryptographic key-pair creation.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Optimize performance for very large bit-lengths using parallel or GPU-accelerated arithmetic.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Expose PrimeGuard as a public REST API for integration into third-party applications.</a:t>
            </a:r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anose="020F0502020204030204" pitchFamily="34" charset="0"/>
              </a:rPr>
              <a:t>Add support for batch validation of multiple numbers in a single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